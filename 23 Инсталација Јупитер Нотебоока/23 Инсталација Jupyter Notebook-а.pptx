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95A9-4C83-3C24-DA73-1A75CC223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61BCC-1FE9-81E5-C26D-988B3AE93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70ECF-D774-3B1D-1513-7131F700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35CF1-5595-05CC-CED0-27736DDF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34FC5-E085-59FA-1B54-9877F865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4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79AD-3693-4684-8B2E-3A206EB0D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4E43-D691-056E-E066-AB56535F1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E7F2A-8727-9520-4EF6-E0F5193B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F7B68-EAF4-DD98-0BE8-D5ABC5A82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F64FF-FE5C-080A-ED06-70481B21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5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968CD-043B-EB9F-80BA-CC50334E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7C0A9-9C0B-F3E7-08EE-F825083D4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1BE2D-1482-860F-95D2-EFFC0020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75F31-D11D-50A1-AC13-1531F57F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6592-1A8F-9EF6-9825-ADB2BA32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1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CC048-494D-E0C2-516C-9B200DA3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B4EFE-230F-FC8C-16F0-5565633F5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6CE42-F96B-F47F-14CC-8A6F0E4D4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00990-872C-3CAA-1CC4-B51E67008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97763-F649-2C9D-C2F9-0499F15C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06D07-2C1A-3B28-401E-F9065DBE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2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0AB6-7784-72BB-18EA-902418DBC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87535-0ECE-DB8D-995E-CDB90D354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06C34-049F-1D7E-438B-60B228E86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60BE2-24D1-E426-1EDB-2DD4757B8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2E118-691E-6568-63D5-3C67E9D1A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D2BEC-8504-F18A-3B1F-0F3B613F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6E1E7-8F8F-CDE3-C868-0A014591B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B575F-6A0D-FA00-9154-9A11E583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88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FA568-21FE-F27D-FB9B-10DD7E5D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B2E68-0B7C-82AE-A60A-DD2572B6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16BA0-2998-B84F-1DD3-68A48C35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E4A0B-E873-EE67-310D-45B5E040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1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3E97F-8548-4101-118C-EA787E3E4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F4F09-496C-C227-1BEC-3438226B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15161-13A5-F104-1EBC-FA889B3B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9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BD90-4A75-1768-22E5-9780426D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CAD56-6F5F-36E1-B2E0-660998C0F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2E58C-EB7A-5EC6-ED24-4CBC99853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B7185-D889-9B3A-5572-6DF98736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46B44-7C90-54FF-C0F8-BCD3A7AC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62CDE-7196-D33F-9DD0-EF4FD2A7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5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314F-EDE9-E708-9B9C-5A393CBB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5B974-DDCA-4845-C807-B4FCF6114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6DE83-FCBE-4F2F-B3C4-4C2AA86CC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553BE-0BB7-CFCE-5332-3C151FAE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AFFF5-49D9-3A59-A31C-B0E1CD4D5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0F3F9-AF78-ED06-BA87-D01CCAFD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03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0246B-9A4A-78DD-0BE4-9E08AB2D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6EC84B-394A-619D-5848-CD16ABE92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F00AA-9763-17A0-22D2-32AB5863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E2057-4A86-5A74-5DBB-65CB74477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55946-E3A3-F66C-58CF-DFACE756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1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6FA49-D40A-1F54-6E24-CF4C0BD93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8C00D-EDD6-82BD-0D25-29C5AB6E3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86BF9-5612-F6D1-7BF9-F7F89F8D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9AC86-CFDB-8FD4-DEFA-BFA4D52A4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8AE12-70A6-DA6D-627D-4767A9EA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47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94B47-6732-E8A1-393A-4FEE4A7C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ABEB7-7FA0-3B9D-C436-1972118B2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0F5FA-5D1E-F67E-3C98-0A0974FC2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6F03F-5D95-422B-AA51-EC8A10C4A65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81DD6-DA82-96F9-80D3-9999A1E28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7B941-5CCA-37F0-6EF6-96AD92946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E20DE-B484-4EA8-ABED-709B6EB7F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9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A994-216D-DB98-54B7-6E5D403EF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 i="1" dirty="0"/>
              <a:t>Инсталација </a:t>
            </a:r>
            <a:r>
              <a:rPr lang="sr-Latn-RS" i="1" dirty="0"/>
              <a:t>Jupyter Notebook</a:t>
            </a:r>
            <a:r>
              <a:rPr lang="sr-Cyrl-RS" i="1" dirty="0"/>
              <a:t>-а</a:t>
            </a:r>
            <a:endParaRPr lang="en-US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102CE-7D18-A321-32F0-8C340F67E3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32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4F15-07CB-5D4C-DC4A-574C6AC7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Anaconda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919A-7939-C648-7743-E445B2445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r-Latn-RS" i="1" dirty="0"/>
              <a:t>Anaconda </a:t>
            </a:r>
            <a:r>
              <a:rPr lang="sr-Cyrl-RS" dirty="0"/>
              <a:t>није развојно окружење већ основно окружење (</a:t>
            </a:r>
            <a:r>
              <a:rPr lang="sr-Cyrl-RS" dirty="0" err="1"/>
              <a:t>кернел</a:t>
            </a:r>
            <a:r>
              <a:rPr lang="sr-Cyrl-RS" dirty="0"/>
              <a:t>) које садржи више од 8000 библиотека и алата за анализу података (</a:t>
            </a:r>
            <a:r>
              <a:rPr lang="en-US" dirty="0"/>
              <a:t>Data Science)</a:t>
            </a:r>
            <a:r>
              <a:rPr lang="sr-Cyrl-RS" dirty="0"/>
              <a:t>.</a:t>
            </a:r>
            <a:r>
              <a:rPr lang="sr-Latn-RS" dirty="0"/>
              <a:t> </a:t>
            </a:r>
            <a:endParaRPr lang="en-US" dirty="0"/>
          </a:p>
          <a:p>
            <a:pPr lvl="0"/>
            <a:r>
              <a:rPr lang="sr-Cyrl-RS" dirty="0"/>
              <a:t>Инсталациони фајл за </a:t>
            </a:r>
            <a:r>
              <a:rPr lang="sr-Latn-RS" i="1" dirty="0"/>
              <a:t>Anacondu</a:t>
            </a:r>
            <a:r>
              <a:rPr lang="sr-Cyrl-RS" i="1" dirty="0"/>
              <a:t> се налази на следећој адреси:</a:t>
            </a:r>
          </a:p>
          <a:p>
            <a:pPr lvl="1"/>
            <a:r>
              <a:rPr lang="en-US" dirty="0"/>
              <a:t>https://www.anaconda.com/products/individual</a:t>
            </a:r>
          </a:p>
          <a:p>
            <a:r>
              <a:rPr lang="sr-Cyrl-RS" dirty="0"/>
              <a:t>Након преузимања инсталационог фајла, покренути инсталацију.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714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9DD4-8FE3-005C-CF46-51DDAF709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695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sr-Cyrl-RS" dirty="0"/>
          </a:p>
          <a:p>
            <a:pPr marL="0" indent="0">
              <a:buNone/>
            </a:pPr>
            <a:endParaRPr lang="sr-Cyrl-RS" dirty="0"/>
          </a:p>
          <a:p>
            <a:pPr marL="0" indent="0">
              <a:buNone/>
            </a:pPr>
            <a:endParaRPr lang="sr-Cyrl-RS" dirty="0"/>
          </a:p>
          <a:p>
            <a:pPr marL="0" indent="0">
              <a:buNone/>
            </a:pPr>
            <a:r>
              <a:rPr lang="sr-Cyrl-RS" sz="2400" dirty="0"/>
              <a:t>	Само на једном налогу</a:t>
            </a:r>
          </a:p>
          <a:p>
            <a:pPr marL="0" indent="0">
              <a:buNone/>
            </a:pPr>
            <a:r>
              <a:rPr lang="sr-Cyrl-RS" sz="2400" dirty="0"/>
              <a:t>	За све кориснике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68DC6D-3607-7717-1124-A69165774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623" y="1856957"/>
            <a:ext cx="5378009" cy="4182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6390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FE0B-3ED2-23BD-D86C-C77212FA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Инсталација Јупитера преко командне линије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61D5-7253-6EDA-FA9D-6961AA3CF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Cyrl-RS" dirty="0"/>
              <a:t>Јупитер се може инсталирати и преко командне линије коришћењем следеће наредбе:</a:t>
            </a:r>
          </a:p>
          <a:p>
            <a:endParaRPr lang="sr-Cyrl-RS" dirty="0"/>
          </a:p>
          <a:p>
            <a:pPr lvl="1"/>
            <a:r>
              <a:rPr lang="en-US" dirty="0" err="1"/>
              <a:t>py</a:t>
            </a:r>
            <a:r>
              <a:rPr lang="en-US" dirty="0"/>
              <a:t> –m pip install </a:t>
            </a:r>
            <a:r>
              <a:rPr lang="en-US" dirty="0" err="1"/>
              <a:t>jupyter</a:t>
            </a:r>
            <a:endParaRPr lang="en-US" dirty="0"/>
          </a:p>
          <a:p>
            <a:pPr marL="228600" lvl="1"/>
            <a:endParaRPr lang="sr-Cyrl-RS" sz="2800" dirty="0"/>
          </a:p>
          <a:p>
            <a:pPr marL="228600" lvl="1"/>
            <a:r>
              <a:rPr lang="sr-Cyrl-RS" sz="2800" dirty="0"/>
              <a:t>Предност Анаконде је што аутоматски инсталира и друге библиотеке које су потребне за анализу података, израду графикона, статистичке и аналитичке функције</a:t>
            </a:r>
            <a:r>
              <a:rPr lang="en-US" sz="2800" dirty="0"/>
              <a:t> (pandas, matplotlib, NumPy </a:t>
            </a:r>
            <a:r>
              <a:rPr lang="sr-Cyrl-RS" sz="2800" dirty="0"/>
              <a:t>и још многе друге), а недостатак што заузима 3гб меморијског простора и потребно је неколико минута за инсталацију.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4785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0C94-AAB9-978B-44DB-7E326331F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Домаћи: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0D74-927B-5666-79A2-2332DD1BE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Инсталирати Анаконду на кућном рачунару, пратећи кораке из презентације и уџбеника (стране 126-130)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1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161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Инсталација Jupyter Notebook-а</vt:lpstr>
      <vt:lpstr>Anaconda </vt:lpstr>
      <vt:lpstr>PowerPoint Presentation</vt:lpstr>
      <vt:lpstr>Инсталација Јупитера преко командне линије </vt:lpstr>
      <vt:lpstr>Домаћи: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Tamara Smiljanic</dc:creator>
  <cp:lastModifiedBy>Tamara Smiljanic</cp:lastModifiedBy>
  <cp:revision>1</cp:revision>
  <dcterms:created xsi:type="dcterms:W3CDTF">2026-03-15T19:20:25Z</dcterms:created>
  <dcterms:modified xsi:type="dcterms:W3CDTF">2026-03-15T19:56:28Z</dcterms:modified>
</cp:coreProperties>
</file>