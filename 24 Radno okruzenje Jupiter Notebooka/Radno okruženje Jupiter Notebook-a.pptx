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336" y="1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64D5B-6C1C-6F63-BCBC-776721A275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A8FE01-9945-4F54-89C5-A03066CA3C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6709B9-0EA8-4EDC-89CB-38C84323C7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74501-3B52-4697-8304-0A431112CC5B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6C9848-8C8F-9C34-65CD-89408B765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EEF2C2-5B1B-201D-271F-E1BE7DFC5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133E5-78D9-4E7E-9DC1-A00FAA4922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391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01302-A652-1C52-CE63-C40E29CFA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754ACE-650B-606C-8037-67A8106C20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C566EA-A207-365B-8896-313F08C1F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74501-3B52-4697-8304-0A431112CC5B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AD3152-0FD3-F0C6-1CED-2CA8BF1D2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52DDE2-5697-5A76-B10C-4541AE66E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133E5-78D9-4E7E-9DC1-A00FAA4922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1121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53B47-2F3C-6B5B-6D88-838E42910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EA5607-4E53-F709-41DC-35A2EECF1F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3CD03D-76EB-B7E6-582B-F3A7E3932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74501-3B52-4697-8304-0A431112CC5B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7ADE87-74B3-2DEF-E4E4-0CEA774E5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B1B066-D098-82AE-D126-CC800419A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133E5-78D9-4E7E-9DC1-A00FAA4922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048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ECDE2-5FD0-1369-57CE-29EBCD07C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592676-5FFF-CCA2-A6AC-ACD41F759A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DAFB07-D354-0A70-7E44-F343F44B54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878222-AA02-D8D9-E6CA-9F94AEAD79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74501-3B52-4697-8304-0A431112CC5B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6624FE-E7B7-01E4-6FD9-72F550BF3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28504C-ABDF-BB00-892A-548716547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133E5-78D9-4E7E-9DC1-A00FAA4922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5390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40265-ECDF-12B2-4873-A71D361F8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16983-C753-E9B2-F927-33BAEBD5A6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DB6928-1CAF-1EE5-C2A3-59E4F49454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A87AC3-C566-CC23-7C3F-D8EC539857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3E009E-BD01-2BA1-A491-5ED3E9FC5E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217EBC0-8128-F605-58F9-7144F87C1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74501-3B52-4697-8304-0A431112CC5B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F6A6938-A374-69DA-6C46-481C5F0B2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38F8A88-6AD0-CF9F-59A9-2DBDFC652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133E5-78D9-4E7E-9DC1-A00FAA4922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6484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FCC1A-A12C-A7DF-0A8A-B459E332B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0F116E-5932-E951-6B13-A60A100BB4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74501-3B52-4697-8304-0A431112CC5B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23BA72-12B8-CA9E-09BC-851BC43EE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17D19C-B870-0DF7-03C6-C93A1B924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133E5-78D9-4E7E-9DC1-A00FAA4922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0032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AFC840-931A-A385-6BDF-C1E22480E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74501-3B52-4697-8304-0A431112CC5B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AA0414-55B4-45C9-94E6-3E323D078D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8FAD14-17AB-C920-B83D-C9569604D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133E5-78D9-4E7E-9DC1-A00FAA4922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36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9D017-EA22-5BA0-E99F-D348BE174C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978514-5680-9A6E-9C5E-5F7F48BC60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3E6F6A-4138-AFE1-6EC1-29C1F90D01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2E6C3A-B87C-64BB-8FD3-0A9D8166C7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74501-3B52-4697-8304-0A431112CC5B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8D882B-5320-1A8A-D39C-089B3FC8C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E76499-1581-E8FC-64B6-3C12C55A2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133E5-78D9-4E7E-9DC1-A00FAA4922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9957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3CEEAA-8E4A-FB17-0F6D-0687ED8F93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6450C81-DA60-FC04-F2C2-E4FC1D7D0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7FFB1D-F206-1879-250B-081A90CB61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41666B-3361-2989-381E-6819D0EFA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74501-3B52-4697-8304-0A431112CC5B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2482D0-ED8A-B0A6-0BE9-1B10F98F91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6CC7F0-7CB8-7520-131B-05E7EBB3E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133E5-78D9-4E7E-9DC1-A00FAA4922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3794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029A4-8C76-AD04-C5BD-30B58F794A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D1BD52-CDB4-FC53-A338-8F970B1F51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9B4A97-98BB-7902-87F8-A791FAA482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74501-3B52-4697-8304-0A431112CC5B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254642-6B16-2E57-BAF3-05F617F56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663E44-8520-96AF-8109-8C04089B1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133E5-78D9-4E7E-9DC1-A00FAA4922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2996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4A594C3-F528-4FC4-94F7-3BE9E55BDA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1E395B-717C-4A74-85D9-3A9BB425F4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4A43B4-7250-613B-F92B-A68D39CE3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74501-3B52-4697-8304-0A431112CC5B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E5911C-3C89-7C38-A3E2-A81020BCE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A8D8FC-76F8-A626-F186-9BDD9AC0B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133E5-78D9-4E7E-9DC1-A00FAA4922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719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4248CA-E9C6-0095-B54C-95574AC937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1B35E9-CBD2-09EE-DB71-332A069853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31CCDD-3BA4-2436-3D99-1977F1D27A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274501-3B52-4697-8304-0A431112CC5B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BCD2C5-C896-6495-B35E-2250FFDBA3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21126D-9117-2FA4-705F-7163133584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6133E5-78D9-4E7E-9DC1-A00FAA4922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637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65563-468A-3F5D-1067-3EC797B4FC3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Radno</a:t>
            </a:r>
            <a:r>
              <a:rPr lang="en-US" dirty="0"/>
              <a:t> </a:t>
            </a:r>
            <a:r>
              <a:rPr lang="en-US" dirty="0" err="1"/>
              <a:t>okru</a:t>
            </a:r>
            <a:r>
              <a:rPr lang="sr-Latn-RS" dirty="0"/>
              <a:t>ženje Jupiter Notebook-a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4C77A8-F5FB-E94A-65D6-46B4215721B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6013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573D6-E0B2-0D15-0B5C-FC914864E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Pokretanje radnog okruženja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E0277-7F7E-865A-11FC-A0148B23CB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/>
              <a:t>Pokrenuti preko startne linije Anaconda Navigator.</a:t>
            </a:r>
          </a:p>
          <a:p>
            <a:r>
              <a:rPr lang="sr-Latn-RS" dirty="0"/>
              <a:t>Na Home meniju Anaconda Navigatora pronaći i odabrati sledeću ikonicu.</a:t>
            </a:r>
            <a:endParaRPr lang="sr-Cyrl-RS" dirty="0"/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F6D22B3-E82E-41A1-076F-E9E5128525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540" y="2984431"/>
            <a:ext cx="2311519" cy="2692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00746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EF151-9063-8D40-7F1C-E70FB70F4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Jupiterova komandna tabla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031763-2F5C-87C7-4731-B7C5A268E1DB}"/>
              </a:ext>
            </a:extLst>
          </p:cNvPr>
          <p:cNvSpPr txBox="1"/>
          <p:nvPr/>
        </p:nvSpPr>
        <p:spPr>
          <a:xfrm>
            <a:off x="3505200" y="4559300"/>
            <a:ext cx="314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dirty="0"/>
              <a:t>Lokacije na hard disku računara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D8F68E-D4D8-50DE-55E6-C4096F6B03BB}"/>
              </a:ext>
            </a:extLst>
          </p:cNvPr>
          <p:cNvSpPr txBox="1"/>
          <p:nvPr/>
        </p:nvSpPr>
        <p:spPr>
          <a:xfrm>
            <a:off x="3327400" y="2095500"/>
            <a:ext cx="3441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dirty="0"/>
              <a:t>URL adresa lokalnog servera</a:t>
            </a:r>
            <a:endParaRPr lang="en-US" dirty="0"/>
          </a:p>
        </p:txBody>
      </p:sp>
      <p:pic>
        <p:nvPicPr>
          <p:cNvPr id="1026" name="Picture 1">
            <a:extLst>
              <a:ext uri="{FF2B5EF4-FFF2-40B4-BE49-F238E27FC236}">
                <a16:creationId xmlns:a16="http://schemas.microsoft.com/office/drawing/2014/main" id="{8A923711-962F-5644-EC46-4D17928AB7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6596" y="1283588"/>
            <a:ext cx="9527804" cy="5247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753993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88978-1EAD-551A-3B75-401672AB6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Kreiranje nove sveske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8B12D6-0317-7228-9C64-0AFC703361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2500" y="1320800"/>
            <a:ext cx="10515600" cy="5216525"/>
          </a:xfrm>
        </p:spPr>
        <p:txBody>
          <a:bodyPr>
            <a:normAutofit fontScale="92500" lnSpcReduction="10000"/>
          </a:bodyPr>
          <a:lstStyle/>
          <a:p>
            <a:r>
              <a:rPr lang="sr-Latn-RS" dirty="0"/>
              <a:t>Pre kreiranja sveske potrebno je izabrati lokaciju na kojoj ćeš je napraviti.</a:t>
            </a:r>
          </a:p>
          <a:p>
            <a:r>
              <a:rPr lang="sr-Latn-RS" dirty="0"/>
              <a:t>Ekstenzija Jupiterovih svezaka (fajlova) je .ipynb</a:t>
            </a:r>
          </a:p>
          <a:p>
            <a:r>
              <a:rPr lang="sr-Latn-RS" dirty="0"/>
              <a:t>Nova sveska se kreira izborom dugmeta New</a:t>
            </a:r>
            <a:r>
              <a:rPr lang="en-US" dirty="0">
                <a:sym typeface="Wingdings" panose="05000000000000000000" pitchFamily="2" charset="2"/>
              </a:rPr>
              <a:t>Python3.</a:t>
            </a:r>
            <a:endParaRPr lang="sr-Latn-RS" dirty="0">
              <a:sym typeface="Wingdings" panose="05000000000000000000" pitchFamily="2" charset="2"/>
            </a:endParaRPr>
          </a:p>
          <a:p>
            <a:endParaRPr lang="en-US" dirty="0">
              <a:sym typeface="Wingdings" panose="05000000000000000000" pitchFamily="2" charset="2"/>
            </a:endParaRPr>
          </a:p>
          <a:p>
            <a:endParaRPr lang="sr-Latn-RS" dirty="0">
              <a:sym typeface="Wingdings" panose="05000000000000000000" pitchFamily="2" charset="2"/>
            </a:endParaRPr>
          </a:p>
          <a:p>
            <a:endParaRPr lang="sr-Latn-RS" dirty="0">
              <a:sym typeface="Wingdings" panose="05000000000000000000" pitchFamily="2" charset="2"/>
            </a:endParaRPr>
          </a:p>
          <a:p>
            <a:endParaRPr lang="sr-Latn-RS" dirty="0">
              <a:sym typeface="Wingdings" panose="05000000000000000000" pitchFamily="2" charset="2"/>
            </a:endParaRPr>
          </a:p>
          <a:p>
            <a:endParaRPr lang="sr-Latn-RS" dirty="0">
              <a:sym typeface="Wingdings" panose="05000000000000000000" pitchFamily="2" charset="2"/>
            </a:endParaRPr>
          </a:p>
          <a:p>
            <a:endParaRPr lang="sr-Latn-RS" dirty="0">
              <a:sym typeface="Wingdings" panose="05000000000000000000" pitchFamily="2" charset="2"/>
            </a:endParaRPr>
          </a:p>
          <a:p>
            <a:r>
              <a:rPr lang="en-US" dirty="0" err="1">
                <a:sym typeface="Wingdings" panose="05000000000000000000" pitchFamily="2" charset="2"/>
              </a:rPr>
              <a:t>Svaka</a:t>
            </a:r>
            <a:r>
              <a:rPr lang="en-US" dirty="0">
                <a:sym typeface="Wingdings" panose="05000000000000000000" pitchFamily="2" charset="2"/>
              </a:rPr>
              <a:t> nova </a:t>
            </a:r>
            <a:r>
              <a:rPr lang="en-US" dirty="0" err="1">
                <a:sym typeface="Wingdings" panose="05000000000000000000" pitchFamily="2" charset="2"/>
              </a:rPr>
              <a:t>sveska</a:t>
            </a:r>
            <a:r>
              <a:rPr lang="en-US" dirty="0">
                <a:sym typeface="Wingdings" panose="05000000000000000000" pitchFamily="2" charset="2"/>
              </a:rPr>
              <a:t> je </a:t>
            </a:r>
            <a:r>
              <a:rPr lang="en-US" dirty="0" err="1">
                <a:sym typeface="Wingdings" panose="05000000000000000000" pitchFamily="2" charset="2"/>
              </a:rPr>
              <a:t>sa</a:t>
            </a:r>
            <a:r>
              <a:rPr lang="sr-Latn-RS" dirty="0">
                <a:sym typeface="Wingdings" panose="05000000000000000000" pitchFamily="2" charset="2"/>
              </a:rPr>
              <a:t>čuvana pod imenom Untitled. Klikom na Untitled pojaviće se prozor u koji se može uneti drugi naziv za svesku.</a:t>
            </a:r>
            <a:endParaRPr 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C597057B-7B08-8F9E-E3DC-8880FCD487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3070225"/>
            <a:ext cx="5613400" cy="23051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939016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CCBF1-1A92-1C14-E479-F57E41959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Zatvaranje i otvaranje svezaka	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D6A735-E707-0B17-A723-F6463E0503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/>
              <a:t>Čuvanje izmena u svesci je moguće upotrebom tastaturne prečice CTRL + S.</a:t>
            </a:r>
            <a:endParaRPr lang="en-US" dirty="0"/>
          </a:p>
          <a:p>
            <a:endParaRPr lang="en-US" dirty="0"/>
          </a:p>
          <a:p>
            <a:r>
              <a:rPr lang="sr-Latn-RS" dirty="0"/>
              <a:t>Zatvaranje sveske:</a:t>
            </a:r>
          </a:p>
          <a:p>
            <a:pPr lvl="1"/>
            <a:r>
              <a:rPr lang="sr-Latn-RS" dirty="0"/>
              <a:t>File</a:t>
            </a:r>
            <a:r>
              <a:rPr lang="en-US" dirty="0">
                <a:sym typeface="Wingdings" panose="05000000000000000000" pitchFamily="2" charset="2"/>
              </a:rPr>
              <a:t>Close and Halt – </a:t>
            </a:r>
            <a:r>
              <a:rPr lang="en-US" dirty="0" err="1">
                <a:sym typeface="Wingdings" panose="05000000000000000000" pitchFamily="2" charset="2"/>
              </a:rPr>
              <a:t>zatvori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i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zaustavi</a:t>
            </a:r>
            <a:endParaRPr lang="sr-Latn-RS" dirty="0">
              <a:sym typeface="Wingdings" panose="05000000000000000000" pitchFamily="2" charset="2"/>
            </a:endParaRPr>
          </a:p>
          <a:p>
            <a:pPr lvl="1"/>
            <a:endParaRPr lang="en-US" dirty="0">
              <a:sym typeface="Wingdings" panose="05000000000000000000" pitchFamily="2" charset="2"/>
            </a:endParaRPr>
          </a:p>
          <a:p>
            <a:pPr marL="228600" lvl="1"/>
            <a:r>
              <a:rPr lang="en-US" sz="2800" dirty="0"/>
              <a:t>Ako se </a:t>
            </a:r>
            <a:r>
              <a:rPr lang="en-US" sz="2800" dirty="0" err="1"/>
              <a:t>sveska</a:t>
            </a:r>
            <a:r>
              <a:rPr lang="en-US" sz="2800" dirty="0"/>
              <a:t> ne </a:t>
            </a:r>
            <a:r>
              <a:rPr lang="en-US" sz="2800" dirty="0" err="1"/>
              <a:t>zatvori</a:t>
            </a:r>
            <a:r>
              <a:rPr lang="en-US" sz="2800" dirty="0"/>
              <a:t> </a:t>
            </a:r>
            <a:r>
              <a:rPr lang="en-US" sz="2800" dirty="0" err="1"/>
              <a:t>na</a:t>
            </a:r>
            <a:r>
              <a:rPr lang="en-US" sz="2800" dirty="0"/>
              <a:t> </a:t>
            </a:r>
            <a:r>
              <a:rPr lang="en-US" sz="2800" dirty="0" err="1"/>
              <a:t>opisan</a:t>
            </a:r>
            <a:r>
              <a:rPr lang="en-US" sz="2800" dirty="0"/>
              <a:t> </a:t>
            </a:r>
            <a:r>
              <a:rPr lang="en-US" sz="2800" dirty="0" err="1"/>
              <a:t>na</a:t>
            </a:r>
            <a:r>
              <a:rPr lang="sr-Latn-RS" sz="2800" dirty="0"/>
              <a:t>čin, sveska će i dalje biti aktivna u pozadini i može se isključiti klikom na dugme Shutdown.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939250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664B7-AD88-0737-3FF7-7E65DE638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Unos koda u ćelije i kretanje kroz svesku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125561-576F-FCA9-B182-8249AC1B85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7507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9A3F5-078B-F6F0-386C-01C409A91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Primer površina pravilne trostrane prizme, čija je osnova jednakostranični trougao.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D3F682D-8D9C-6000-85FB-166BEDD501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3700" y="1690688"/>
            <a:ext cx="11188700" cy="4532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34231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E98D4-9A76-E10D-C0E3-52A66714D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Pokretanje programa	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1BE384-D8B5-DBAA-5CB8-9DD1F8C869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/>
              <a:t>Programe čiji su delovi razdvojeni po ćelijama možeš pokretati tako što pokreneš svaku ćeliju posebno ili tako što pokreneš izvršavanje svih ćelija odjednom (</a:t>
            </a:r>
            <a:r>
              <a:rPr lang="en-US" dirty="0" err="1"/>
              <a:t>Run</a:t>
            </a:r>
            <a:r>
              <a:rPr lang="en-US" dirty="0" err="1">
                <a:sym typeface="Wingdings" panose="05000000000000000000" pitchFamily="2" charset="2"/>
              </a:rPr>
              <a:t>Run</a:t>
            </a:r>
            <a:r>
              <a:rPr lang="en-US" dirty="0">
                <a:sym typeface="Wingdings" panose="05000000000000000000" pitchFamily="2" charset="2"/>
              </a:rPr>
              <a:t> All).</a:t>
            </a:r>
          </a:p>
          <a:p>
            <a:r>
              <a:rPr lang="en-US" dirty="0">
                <a:sym typeface="Wingdings" panose="05000000000000000000" pitchFamily="2" charset="2"/>
              </a:rPr>
              <a:t>Ako je </a:t>
            </a:r>
            <a:r>
              <a:rPr lang="en-US" dirty="0" err="1">
                <a:sym typeface="Wingdings" panose="05000000000000000000" pitchFamily="2" charset="2"/>
              </a:rPr>
              <a:t>potrebno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ponistiti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rezultate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programa</a:t>
            </a:r>
            <a:r>
              <a:rPr lang="en-US" dirty="0">
                <a:sym typeface="Wingdings" panose="05000000000000000000" pitchFamily="2" charset="2"/>
              </a:rPr>
              <a:t>, </a:t>
            </a:r>
            <a:r>
              <a:rPr lang="en-US" dirty="0" err="1">
                <a:sym typeface="Wingdings" panose="05000000000000000000" pitchFamily="2" charset="2"/>
              </a:rPr>
              <a:t>potrebno</a:t>
            </a:r>
            <a:r>
              <a:rPr lang="en-US" dirty="0">
                <a:sym typeface="Wingdings" panose="05000000000000000000" pitchFamily="2" charset="2"/>
              </a:rPr>
              <a:t> je </a:t>
            </a:r>
            <a:r>
              <a:rPr lang="en-US" dirty="0" err="1">
                <a:sym typeface="Wingdings" panose="05000000000000000000" pitchFamily="2" charset="2"/>
              </a:rPr>
              <a:t>kliknuti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na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meni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KernelRestart&amp;Clear</a:t>
            </a:r>
            <a:r>
              <a:rPr lang="en-US" dirty="0">
                <a:sym typeface="Wingdings" panose="05000000000000000000" pitchFamily="2" charset="2"/>
              </a:rPr>
              <a:t> Output – </a:t>
            </a:r>
            <a:r>
              <a:rPr lang="en-US" dirty="0" err="1">
                <a:sym typeface="Wingdings" panose="05000000000000000000" pitchFamily="2" charset="2"/>
              </a:rPr>
              <a:t>restartuj</a:t>
            </a:r>
            <a:r>
              <a:rPr lang="en-US" dirty="0">
                <a:sym typeface="Wingdings" panose="05000000000000000000" pitchFamily="2" charset="2"/>
              </a:rPr>
              <a:t> I </a:t>
            </a:r>
            <a:r>
              <a:rPr lang="en-US" dirty="0" err="1">
                <a:sym typeface="Wingdings" panose="05000000000000000000" pitchFamily="2" charset="2"/>
              </a:rPr>
              <a:t>obrisi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rezultat</a:t>
            </a:r>
            <a:r>
              <a:rPr lang="en-US" dirty="0">
                <a:sym typeface="Wingdings" panose="05000000000000000000" pitchFamily="2" charset="2"/>
              </a:rPr>
              <a:t>. </a:t>
            </a:r>
          </a:p>
          <a:p>
            <a:r>
              <a:rPr lang="en-US" dirty="0" err="1">
                <a:sym typeface="Wingdings" panose="05000000000000000000" pitchFamily="2" charset="2"/>
              </a:rPr>
              <a:t>Kod</a:t>
            </a:r>
            <a:r>
              <a:rPr lang="en-US" dirty="0">
                <a:sym typeface="Wingdings" panose="05000000000000000000" pitchFamily="2" charset="2"/>
              </a:rPr>
              <a:t> pro</a:t>
            </a:r>
            <a:r>
              <a:rPr lang="sr-Latn-RS" dirty="0">
                <a:sym typeface="Wingdings" panose="05000000000000000000" pitchFamily="2" charset="2"/>
              </a:rPr>
              <a:t>grama gde je potrebno učitati vrednost promenljive, sve se završava u istom okruženju i nema prelaska između editora i konzole (kao u Pythonu).</a:t>
            </a:r>
          </a:p>
          <a:p>
            <a:r>
              <a:rPr lang="sr-Latn-RS" dirty="0">
                <a:sym typeface="Wingdings" panose="05000000000000000000" pitchFamily="2" charset="2"/>
              </a:rPr>
              <a:t>Takođe, greške je moguće ispraviti čim nastanu, jer izveštaj o grešci se pojavljuje ispod ćelije gde je greška nastala.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36792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90DD7-D734-0728-4E88-EA78A4B2F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Čuvanje sveske kao Python fajla	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12633C-A7D0-E260-03F1-A75A0379D9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/>
              <a:t>File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 err="1">
                <a:sym typeface="Wingdings" panose="05000000000000000000" pitchFamily="2" charset="2"/>
              </a:rPr>
              <a:t>Dowload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AsPython</a:t>
            </a:r>
            <a:r>
              <a:rPr lang="en-US" dirty="0">
                <a:sym typeface="Wingdings" panose="05000000000000000000" pitchFamily="2" charset="2"/>
              </a:rPr>
              <a:t> (.</a:t>
            </a:r>
            <a:r>
              <a:rPr lang="en-US" dirty="0" err="1">
                <a:sym typeface="Wingdings" panose="05000000000000000000" pitchFamily="2" charset="2"/>
              </a:rPr>
              <a:t>py</a:t>
            </a:r>
            <a:r>
              <a:rPr lang="en-US" dirty="0">
                <a:sym typeface="Wingdings" panose="05000000000000000000" pitchFamily="2" charset="2"/>
              </a:rPr>
              <a:t>)</a:t>
            </a:r>
          </a:p>
          <a:p>
            <a:r>
              <a:rPr lang="en-US" dirty="0" err="1">
                <a:sym typeface="Wingdings" panose="05000000000000000000" pitchFamily="2" charset="2"/>
              </a:rPr>
              <a:t>Preuzeti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fajl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sr-Latn-RS">
                <a:sym typeface="Wingdings" panose="05000000000000000000" pitchFamily="2" charset="2"/>
              </a:rPr>
              <a:t>će se naći u folderu Downloads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5563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305</Words>
  <Application>Microsoft Office PowerPoint</Application>
  <PresentationFormat>Widescreen</PresentationFormat>
  <Paragraphs>35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Wingdings</vt:lpstr>
      <vt:lpstr>Office Theme</vt:lpstr>
      <vt:lpstr>Radno okruženje Jupiter Notebook-a</vt:lpstr>
      <vt:lpstr>Pokretanje radnog okruženja</vt:lpstr>
      <vt:lpstr>Jupiterova komandna tabla</vt:lpstr>
      <vt:lpstr>Kreiranje nove sveske</vt:lpstr>
      <vt:lpstr>Zatvaranje i otvaranje svezaka </vt:lpstr>
      <vt:lpstr>Unos koda u ćelije i kretanje kroz svesku</vt:lpstr>
      <vt:lpstr>Primer površina pravilne trostrane prizme, čija je osnova jednakostranični trougao.</vt:lpstr>
      <vt:lpstr>Pokretanje programa </vt:lpstr>
      <vt:lpstr>Čuvanje sveske kao Python fajla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Tamara Smiljanic</dc:creator>
  <cp:lastModifiedBy>Tamara Smiljanic</cp:lastModifiedBy>
  <cp:revision>1</cp:revision>
  <dcterms:created xsi:type="dcterms:W3CDTF">2026-03-15T19:56:38Z</dcterms:created>
  <dcterms:modified xsi:type="dcterms:W3CDTF">2026-03-15T21:14:04Z</dcterms:modified>
</cp:coreProperties>
</file>